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450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38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237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15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700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916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8465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559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1031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484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8474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8902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069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8219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7634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118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7C6F3-77A3-4F68-8B30-5F93F4C23B9A}" type="datetimeFigureOut">
              <a:rPr lang="es-MX" smtClean="0"/>
              <a:t>30/11/2018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E47AD8D-9F67-4EED-B1C1-273A1A147F9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5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3F030-6901-4567-8DDF-3F7920A3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1613" y="447675"/>
            <a:ext cx="8915399" cy="2262781"/>
          </a:xfrm>
        </p:spPr>
        <p:txBody>
          <a:bodyPr/>
          <a:lstStyle/>
          <a:p>
            <a:r>
              <a:rPr lang="es-MX" dirty="0"/>
              <a:t>Locura instantánea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148E1F-B55A-4D6C-80DE-148634A70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8738" y="3021262"/>
            <a:ext cx="8915399" cy="3055688"/>
          </a:xfrm>
        </p:spPr>
        <p:txBody>
          <a:bodyPr>
            <a:noAutofit/>
          </a:bodyPr>
          <a:lstStyle/>
          <a:p>
            <a:r>
              <a:rPr lang="es-MX" sz="2400" dirty="0"/>
              <a:t>Martínez Cadena Iván Eduardo</a:t>
            </a:r>
          </a:p>
          <a:p>
            <a:endParaRPr lang="es-MX" sz="2400" dirty="0"/>
          </a:p>
          <a:p>
            <a:r>
              <a:rPr lang="es-MX" sz="2400" dirty="0"/>
              <a:t>Grafos</a:t>
            </a:r>
          </a:p>
          <a:p>
            <a:endParaRPr lang="es-MX" sz="2400" dirty="0"/>
          </a:p>
          <a:p>
            <a:r>
              <a:rPr lang="es-MX" sz="2400" dirty="0"/>
              <a:t>30//11/2018</a:t>
            </a:r>
          </a:p>
        </p:txBody>
      </p:sp>
    </p:spTree>
    <p:extLst>
      <p:ext uri="{BB962C8B-B14F-4D97-AF65-F5344CB8AC3E}">
        <p14:creationId xmlns:p14="http://schemas.microsoft.com/office/powerpoint/2010/main" val="318255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F0CCA-F9E0-4ED3-876A-3FCB6507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  <a:br>
              <a:rPr lang="es-MX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CB7AC-2D9F-4736-A55C-8C4CACA4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busca tener una solución para el juego llamado “Locura instantánea” con la ayuda de los grafos.</a:t>
            </a:r>
          </a:p>
          <a:p>
            <a:pPr marL="0" indent="0">
              <a:buNone/>
            </a:pPr>
            <a:r>
              <a:rPr lang="es-MX" dirty="0"/>
              <a:t>Se explicará de que trata el juego con una breve explicación de la implementación en los grafos y como realizarlo.</a:t>
            </a:r>
          </a:p>
        </p:txBody>
      </p:sp>
    </p:spTree>
    <p:extLst>
      <p:ext uri="{BB962C8B-B14F-4D97-AF65-F5344CB8AC3E}">
        <p14:creationId xmlns:p14="http://schemas.microsoft.com/office/powerpoint/2010/main" val="77430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5D8C-1694-4593-A4AC-22A51A46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632" y="624109"/>
            <a:ext cx="2487168" cy="5614951"/>
          </a:xfrm>
        </p:spPr>
        <p:txBody>
          <a:bodyPr>
            <a:normAutofit/>
          </a:bodyPr>
          <a:lstStyle/>
          <a:p>
            <a:r>
              <a:rPr lang="es-MX" sz="3200"/>
              <a:t>Desarrollo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1EF453-FED6-4F9B-AE21-F5695ED99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769" y="1264555"/>
            <a:ext cx="5299122" cy="1901432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29C737C-B161-4E25-8065-5839816E3D2C}"/>
              </a:ext>
            </a:extLst>
          </p:cNvPr>
          <p:cNvSpPr txBox="1"/>
          <p:nvPr/>
        </p:nvSpPr>
        <p:spPr>
          <a:xfrm>
            <a:off x="838200" y="1264555"/>
            <a:ext cx="5257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juego “locura instantánea” consiste de cuatro cubos, los cuales tienen pintadas sus caras de </a:t>
            </a:r>
          </a:p>
          <a:p>
            <a:r>
              <a:rPr lang="es-ES" dirty="0"/>
              <a:t>cuatro diferentes colores (blanco, rojo, azul y verde), debido a que un cubo tiene 6 caras es posible </a:t>
            </a:r>
          </a:p>
          <a:p>
            <a:r>
              <a:rPr lang="es-ES" dirty="0"/>
              <a:t>que dos o más caras estén pintadas de un solo color y también es posible que un cubo no contenga </a:t>
            </a:r>
          </a:p>
          <a:p>
            <a:r>
              <a:rPr lang="es-ES" dirty="0"/>
              <a:t>los cuatro colores ya que la mayoría o todas estén pintadas del mismo color. </a:t>
            </a:r>
          </a:p>
          <a:p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432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4669C24-FFF8-47FE-A3E1-3738E0C23A69}"/>
              </a:ext>
            </a:extLst>
          </p:cNvPr>
          <p:cNvSpPr txBox="1"/>
          <p:nvPr/>
        </p:nvSpPr>
        <p:spPr>
          <a:xfrm>
            <a:off x="1666875" y="371475"/>
            <a:ext cx="5505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juego consiste en </a:t>
            </a:r>
          </a:p>
          <a:p>
            <a:r>
              <a:rPr lang="es-ES" dirty="0"/>
              <a:t>acomodar los cuatro cubos, uno arriba de otro; de tal manera que en su vista frontal, lateral derecha, </a:t>
            </a:r>
          </a:p>
          <a:p>
            <a:r>
              <a:rPr lang="es-ES" dirty="0"/>
              <a:t>lateral izquierda y posterior se puedan ver los cuatro colores.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DFC1CD-5BD2-4F34-8B43-02F64B5F5771}"/>
              </a:ext>
            </a:extLst>
          </p:cNvPr>
          <p:cNvSpPr txBox="1"/>
          <p:nvPr/>
        </p:nvSpPr>
        <p:spPr>
          <a:xfrm>
            <a:off x="1666875" y="5050750"/>
            <a:ext cx="5286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juego parece sencillo, pero no lo es </a:t>
            </a:r>
          </a:p>
          <a:p>
            <a:r>
              <a:rPr lang="es-ES" dirty="0"/>
              <a:t>tanto; ya que el número de formas en que se pueden acomodar los cubos es grande.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7CF90E-5447-403D-B8AD-B405F1676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2295525"/>
            <a:ext cx="4752976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0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68231-270C-4185-8744-3CC5C287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Editor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725369-EDCE-4A21-9B1B-D523C50BCB0C}"/>
              </a:ext>
            </a:extLst>
          </p:cNvPr>
          <p:cNvSpPr txBox="1"/>
          <p:nvPr/>
        </p:nvSpPr>
        <p:spPr>
          <a:xfrm>
            <a:off x="2305050" y="4324350"/>
            <a:ext cx="8911687" cy="205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A123EE27-13E4-45E8-8951-1A44ED467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057" y="624110"/>
            <a:ext cx="5440680" cy="2522220"/>
          </a:xfr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9983046E-ED47-4C46-A24A-6F5B2BB01326}"/>
              </a:ext>
            </a:extLst>
          </p:cNvPr>
          <p:cNvSpPr txBox="1"/>
          <p:nvPr/>
        </p:nvSpPr>
        <p:spPr>
          <a:xfrm>
            <a:off x="775432" y="1397675"/>
            <a:ext cx="5000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Para poder resolver el problema con grafos es necesario realizar un grafo general para después hacer dos “</a:t>
            </a:r>
            <a:r>
              <a:rPr lang="es-MX" dirty="0" err="1"/>
              <a:t>sub-grafos</a:t>
            </a:r>
            <a:r>
              <a:rPr lang="es-MX" dirty="0"/>
              <a:t>” que se llamarán frontal-posterior e izquierda-derecha.</a:t>
            </a:r>
          </a:p>
          <a:p>
            <a:endParaRPr lang="es-MX" dirty="0"/>
          </a:p>
          <a:p>
            <a:r>
              <a:rPr lang="es-MX" dirty="0"/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5D0351-2CB9-4127-B704-3315C846D961}"/>
              </a:ext>
            </a:extLst>
          </p:cNvPr>
          <p:cNvSpPr txBox="1"/>
          <p:nvPr/>
        </p:nvSpPr>
        <p:spPr>
          <a:xfrm>
            <a:off x="775432" y="3244841"/>
            <a:ext cx="11096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Los grafos “frontal/posterior” e “izquierdo/derecho” para que se consideren como soluciones al </a:t>
            </a:r>
          </a:p>
          <a:p>
            <a:r>
              <a:rPr lang="es-ES" dirty="0"/>
              <a:t>problema de la locura instantánea, deben satisfacer los siguientes requisitos: </a:t>
            </a:r>
          </a:p>
          <a:p>
            <a:r>
              <a:rPr lang="es-ES" dirty="0"/>
              <a:t>a) </a:t>
            </a:r>
          </a:p>
          <a:p>
            <a:r>
              <a:rPr lang="es-ES" dirty="0"/>
              <a:t>Cada uno de sus vértices debe tener valencia 2. </a:t>
            </a:r>
          </a:p>
          <a:p>
            <a:r>
              <a:rPr lang="es-ES" dirty="0"/>
              <a:t>b) </a:t>
            </a:r>
          </a:p>
          <a:p>
            <a:r>
              <a:rPr lang="es-ES" dirty="0"/>
              <a:t>Cada uno de los cubos deberá estar representado por una sola arista en cada uno de </a:t>
            </a:r>
          </a:p>
          <a:p>
            <a:r>
              <a:rPr lang="es-ES" dirty="0"/>
              <a:t>los grafos. </a:t>
            </a:r>
          </a:p>
          <a:p>
            <a:r>
              <a:rPr lang="es-ES" dirty="0"/>
              <a:t>c) </a:t>
            </a:r>
          </a:p>
          <a:p>
            <a:r>
              <a:rPr lang="es-ES" dirty="0"/>
              <a:t>Los dos grafos no deben tener lados en común. </a:t>
            </a:r>
          </a:p>
          <a:p>
            <a:r>
              <a:rPr lang="es-ES" dirty="0"/>
              <a:t>Ejemplo. Considerar que los 4 cubos tienen sus caras pintadas de los colores R:Rojo, A:Azul, </a:t>
            </a:r>
          </a:p>
          <a:p>
            <a:r>
              <a:rPr lang="es-ES" dirty="0"/>
              <a:t>B:Blanco, V:Verde como se indica en la siguiente tabla: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93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F8071E-D48A-4B69-AF1B-E414A1A17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195580"/>
            <a:ext cx="7353300" cy="153924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7D63446-F3BD-46F7-AB0D-C9AB90107D29}"/>
              </a:ext>
            </a:extLst>
          </p:cNvPr>
          <p:cNvSpPr txBox="1"/>
          <p:nvPr/>
        </p:nvSpPr>
        <p:spPr>
          <a:xfrm>
            <a:off x="1323975" y="1914525"/>
            <a:ext cx="10576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grafo general, que representa la forma en que se encuentran relacionadas las caras es el </a:t>
            </a:r>
          </a:p>
          <a:p>
            <a:r>
              <a:rPr lang="es-ES" dirty="0"/>
              <a:t>siguiente. </a:t>
            </a:r>
          </a:p>
          <a:p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5434C3F-1097-4B62-BFBC-35AA50958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2566035"/>
            <a:ext cx="5859780" cy="38023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F2A779E-A98C-48C3-AF3A-A54F63140450}"/>
              </a:ext>
            </a:extLst>
          </p:cNvPr>
          <p:cNvSpPr txBox="1"/>
          <p:nvPr/>
        </p:nvSpPr>
        <p:spPr>
          <a:xfrm>
            <a:off x="7183755" y="4467225"/>
            <a:ext cx="260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Imagen sacada del editor.</a:t>
            </a:r>
          </a:p>
        </p:txBody>
      </p:sp>
    </p:spTree>
    <p:extLst>
      <p:ext uri="{BB962C8B-B14F-4D97-AF65-F5344CB8AC3E}">
        <p14:creationId xmlns:p14="http://schemas.microsoft.com/office/powerpoint/2010/main" val="183936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F7D73-405C-43E0-8DD1-CB0317A7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A41E5-C83B-4888-A2FB-202D9EACE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problema de la locura instantánea en grafos ayudó a entender que los grafos se pueden aplicar a problemas de la vida diaria o a problemas matemáticos.</a:t>
            </a:r>
          </a:p>
        </p:txBody>
      </p:sp>
    </p:spTree>
    <p:extLst>
      <p:ext uri="{BB962C8B-B14F-4D97-AF65-F5344CB8AC3E}">
        <p14:creationId xmlns:p14="http://schemas.microsoft.com/office/powerpoint/2010/main" val="46202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3A3E9-6A35-4CF5-BC90-6C7BCB98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40EE92-9DA7-47D0-BC74-B2BB4F0C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Jiménez Murillo, J. (2018). [online] Libroweb.alfaomega.com.mx. </a:t>
            </a:r>
            <a:r>
              <a:rPr lang="es-MX" dirty="0" err="1"/>
              <a:t>Available</a:t>
            </a:r>
            <a:r>
              <a:rPr lang="es-MX" dirty="0"/>
              <a:t> at: http://libroweb.alfaomega.com.mx/book/685/free/ovas_statics/cap7/Problema%20de%20locura%20instantanea.pdf [</a:t>
            </a:r>
            <a:r>
              <a:rPr lang="es-MX" dirty="0" err="1"/>
              <a:t>Accessed</a:t>
            </a:r>
            <a:r>
              <a:rPr lang="es-MX" dirty="0"/>
              <a:t> 30 Nov. 2018].</a:t>
            </a:r>
          </a:p>
          <a:p>
            <a:endParaRPr lang="es-MX" dirty="0"/>
          </a:p>
          <a:p>
            <a:r>
              <a:rPr lang="es-MX" dirty="0"/>
              <a:t>Scribd. (2018). </a:t>
            </a:r>
            <a:r>
              <a:rPr lang="es-MX" i="1" dirty="0"/>
              <a:t>Ejercicio de La Locura </a:t>
            </a:r>
            <a:r>
              <a:rPr lang="es-MX" i="1" dirty="0" err="1"/>
              <a:t>Instantanea</a:t>
            </a:r>
            <a:r>
              <a:rPr lang="es-MX" i="1" dirty="0"/>
              <a:t> PDF</a:t>
            </a:r>
            <a:r>
              <a:rPr lang="es-MX" dirty="0"/>
              <a:t>. [online] </a:t>
            </a:r>
            <a:r>
              <a:rPr lang="es-MX" dirty="0" err="1"/>
              <a:t>Available</a:t>
            </a:r>
            <a:r>
              <a:rPr lang="es-MX" dirty="0"/>
              <a:t> at: https://es.scribd.com/document/185091134/Ejercicio-de-La-Locura-Instantanea-PDF [</a:t>
            </a:r>
            <a:r>
              <a:rPr lang="es-MX" dirty="0" err="1"/>
              <a:t>Accessed</a:t>
            </a:r>
            <a:r>
              <a:rPr lang="es-MX" dirty="0"/>
              <a:t> 30 Nov. 2018].</a:t>
            </a:r>
          </a:p>
        </p:txBody>
      </p:sp>
    </p:spTree>
    <p:extLst>
      <p:ext uri="{BB962C8B-B14F-4D97-AF65-F5344CB8AC3E}">
        <p14:creationId xmlns:p14="http://schemas.microsoft.com/office/powerpoint/2010/main" val="3397634927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488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Espiral</vt:lpstr>
      <vt:lpstr>Locura instantánea</vt:lpstr>
      <vt:lpstr>Introducción </vt:lpstr>
      <vt:lpstr>Desarrollo</vt:lpstr>
      <vt:lpstr>Presentación de PowerPoint</vt:lpstr>
      <vt:lpstr>Editor</vt:lpstr>
      <vt:lpstr>Presentación de PowerPoint</vt:lpstr>
      <vt:lpstr>Conclusión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Locura instantánea</dc:title>
  <dc:creator>IVAN EDUARDO MARTINEZ CADENA</dc:creator>
  <cp:lastModifiedBy>IVAN EDUARDO MARTINEZ CADENA</cp:lastModifiedBy>
  <cp:revision>4</cp:revision>
  <dcterms:created xsi:type="dcterms:W3CDTF">2018-11-30T23:18:24Z</dcterms:created>
  <dcterms:modified xsi:type="dcterms:W3CDTF">2018-12-01T00:15:42Z</dcterms:modified>
</cp:coreProperties>
</file>